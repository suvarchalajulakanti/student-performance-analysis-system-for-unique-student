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hyperlink" Target="https://docs.google.com/spreadsheets/d/1XP_mBSf_7V-Oja4TWdscB4vsCMxuAbEX/edit?usp=sharing&amp;ouid=112623039062366209453&amp;rtpof=true&amp;sd=true" TargetMode="Externa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1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2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Student Performance Analysis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Presented by:</a:t>
            </a:r>
            <a:endParaRPr lang="en-US"/>
          </a:p>
          <a:p>
            <a:r>
              <a:rPr lang="en-US"/>
              <a:t>Name:Julakanti Suvarchala</a:t>
            </a:r>
            <a:endParaRPr 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Objective of Student Performance Analysis: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>
              <a:buSzPct val="90000"/>
              <a:buFont typeface="Arial" panose="020B0604020202020204" pitchFamily="34" charset="0"/>
              <a:buChar char="•"/>
            </a:pPr>
            <a:r>
              <a:rPr lang="en-US" sz="2000"/>
              <a:t>It is mainly developed to know the complete analysis od all the students</a:t>
            </a:r>
            <a:endParaRPr lang="en-US" sz="2000"/>
          </a:p>
          <a:p>
            <a:pPr>
              <a:buSzPct val="90000"/>
              <a:buFont typeface="Arial" panose="020B0604020202020204" pitchFamily="34" charset="0"/>
              <a:buChar char="•"/>
            </a:pPr>
            <a:r>
              <a:rPr lang="en-US" sz="2000"/>
              <a:t>It defines the average marks of all students</a:t>
            </a:r>
            <a:endParaRPr lang="en-US" sz="2000"/>
          </a:p>
          <a:p>
            <a:pPr>
              <a:buSzPct val="90000"/>
              <a:buFont typeface="Arial" panose="020B0604020202020204" pitchFamily="34" charset="0"/>
              <a:buChar char="•"/>
            </a:pPr>
            <a:r>
              <a:rPr lang="en-US" sz="2000"/>
              <a:t>It also gives description about all students(pass/fail)</a:t>
            </a:r>
            <a:endParaRPr lang="en-US" sz="2000"/>
          </a:p>
          <a:p>
            <a:pPr>
              <a:buSzPct val="90000"/>
              <a:buFont typeface="Arial" panose="020B0604020202020204" pitchFamily="34" charset="0"/>
              <a:buChar char="•"/>
            </a:pPr>
            <a:r>
              <a:rPr lang="en-US" sz="2000"/>
              <a:t>It takes the excel file as an input</a:t>
            </a:r>
            <a:endParaRPr lang="en-US" sz="2000"/>
          </a:p>
          <a:p>
            <a:pPr>
              <a:buSzPct val="90000"/>
              <a:buFont typeface="Arial" panose="020B0604020202020204" pitchFamily="34" charset="0"/>
              <a:buChar char="•"/>
            </a:pPr>
            <a:r>
              <a:rPr lang="en-US" sz="2000"/>
              <a:t>It also asks for the pass marks and minimum attendence percentage</a:t>
            </a:r>
            <a:endParaRPr lang="en-US" sz="2000"/>
          </a:p>
          <a:p>
            <a:pPr>
              <a:buSzPct val="90000"/>
              <a:buFont typeface="Arial" panose="020B0604020202020204" pitchFamily="34" charset="0"/>
              <a:buChar char="•"/>
            </a:pPr>
            <a:r>
              <a:rPr lang="en-US" sz="2000"/>
              <a:t>Based asked  perspective(the student is passed only if he pass all the subjects individually and has minimum attendence percentage) it gives the result of the student</a:t>
            </a:r>
            <a:endParaRPr lang="en-US" sz="2000"/>
          </a:p>
          <a:p>
            <a:pPr marL="0" indent="0">
              <a:buNone/>
            </a:pPr>
            <a:endParaRPr lang="en-US" sz="2000"/>
          </a:p>
          <a:p>
            <a:endParaRPr lang="en-US" sz="200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Technologies Used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Python</a:t>
            </a:r>
            <a:endParaRPr lang="en-US" altLang="en-US"/>
          </a:p>
          <a:p>
            <a:r>
              <a:rPr lang="en-US" altLang="en-US"/>
              <a:t>Pandas</a:t>
            </a:r>
            <a:endParaRPr lang="en-US" altLang="en-US"/>
          </a:p>
          <a:p>
            <a:r>
              <a:rPr lang="en-US" altLang="en-US"/>
              <a:t>Numpy</a:t>
            </a:r>
            <a:endParaRPr lang="en-US" altLang="en-US"/>
          </a:p>
          <a:p>
            <a:r>
              <a:rPr lang="en-US" altLang="en-US"/>
              <a:t>Conditions 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Dataset Description 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Student_id</a:t>
            </a:r>
            <a:endParaRPr lang="en-US"/>
          </a:p>
          <a:p>
            <a:r>
              <a:rPr lang="en-US"/>
              <a:t>Name</a:t>
            </a:r>
            <a:endParaRPr lang="en-US"/>
          </a:p>
          <a:p>
            <a:r>
              <a:rPr lang="en-US"/>
              <a:t>s1,s2,s3,s4,s5,s6 subject marks individually</a:t>
            </a:r>
            <a:endParaRPr lang="en-US"/>
          </a:p>
          <a:p>
            <a:r>
              <a:rPr lang="en-US"/>
              <a:t>Attendence</a:t>
            </a:r>
            <a:endParaRPr lang="en-US"/>
          </a:p>
          <a:p>
            <a:r>
              <a:rPr lang="en-US">
                <a:hlinkClick r:id="rId3" action="ppaction://hlinkfile"/>
              </a:rPr>
              <a:t>data set</a:t>
            </a:r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Project Implementation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First the data is load using pandas.</a:t>
            </a:r>
            <a:endParaRPr lang="en-US"/>
          </a:p>
          <a:p>
            <a:r>
              <a:rPr lang="en-US"/>
              <a:t>Then takes input for pass marks, minimum attendence.</a:t>
            </a:r>
            <a:endParaRPr lang="en-US"/>
          </a:p>
          <a:p>
            <a:r>
              <a:rPr lang="en-US"/>
              <a:t>Then condition like is_pass to find the result of the student uses numpy.</a:t>
            </a:r>
            <a:endParaRPr lang="en-US"/>
          </a:p>
          <a:p>
            <a:r>
              <a:rPr lang="en-US"/>
              <a:t>Then finds for the Average marks of the student used pandas dataframe.</a:t>
            </a:r>
            <a:endParaRPr lang="en-US"/>
          </a:p>
          <a:p>
            <a:r>
              <a:rPr lang="en-US"/>
              <a:t>Then something write description about the student wheather passed or failed and how they are performing in each and every subject</a:t>
            </a:r>
            <a:endParaRPr lang="en-US"/>
          </a:p>
          <a:p>
            <a:r>
              <a:rPr lang="en-US"/>
              <a:t>complete analysis of that student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output: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If pass marks=35 and minimum attendence is 65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90" y="1988820"/>
            <a:ext cx="11151235" cy="42608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50" y="899160"/>
            <a:ext cx="10535285" cy="31794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1487805" y="564515"/>
            <a:ext cx="8441690" cy="47840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1154</Words>
  <Application>WPS Presentation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Student Performance Analysis</vt:lpstr>
      <vt:lpstr>Objective of Student Performance Analysis:</vt:lpstr>
      <vt:lpstr>Technologies Used</vt:lpstr>
      <vt:lpstr>Dataset Description </vt:lpstr>
      <vt:lpstr>Project Implementation</vt:lpstr>
      <vt:lpstr>output: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Analysis</dc:title>
  <dc:creator>Ajay_Govindu</dc:creator>
  <cp:lastModifiedBy>suvarchala julakanti</cp:lastModifiedBy>
  <cp:revision>2</cp:revision>
  <dcterms:created xsi:type="dcterms:W3CDTF">2026-10-12T14:07:00Z</dcterms:created>
  <dcterms:modified xsi:type="dcterms:W3CDTF">2026-10-12T14:43:41Z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9787BBE26E72443789FD2FEC49F3002F_11</vt:lpwstr>
  </property>
</Properties>
</file>